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69" r:id="rId2"/>
  </p:sldIdLst>
  <p:sldSz cx="24120475" cy="136794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55" userDrawn="1">
          <p15:clr>
            <a:srgbClr val="A4A3A4"/>
          </p15:clr>
        </p15:guide>
        <p15:guide id="2" pos="75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5F9C"/>
    <a:srgbClr val="CEE0EC"/>
    <a:srgbClr val="B7DBF3"/>
    <a:srgbClr val="333399"/>
    <a:srgbClr val="4471C4"/>
    <a:srgbClr val="3D82DC"/>
    <a:srgbClr val="93B9DE"/>
    <a:srgbClr val="79A3D5"/>
    <a:srgbClr val="D7D7D7"/>
    <a:srgbClr val="B8BF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1" autoAdjust="0"/>
    <p:restoredTop sz="94744" autoAdjust="0"/>
  </p:normalViewPr>
  <p:slideViewPr>
    <p:cSldViewPr snapToGrid="0">
      <p:cViewPr varScale="1">
        <p:scale>
          <a:sx n="32" d="100"/>
          <a:sy n="32" d="100"/>
        </p:scale>
        <p:origin x="776" y="28"/>
      </p:cViewPr>
      <p:guideLst>
        <p:guide orient="horz" pos="1655"/>
        <p:guide pos="757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2740" y="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B2E56A1-5A54-F0DE-F203-098038D994F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E767B7-827B-76CB-D7E8-E93DC25EDD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AB3C23-2EC4-403D-B48E-EC84437F16CC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58A146-FE1F-A1BA-53BF-457CD3D70C2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EA10F6-ED8E-F020-D4F5-2C9AECA4D8F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329D6-D8A5-44A9-A59C-3D45A9796F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0356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B17B69-9D78-45FB-A0C9-479AE890D777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08025" y="1143000"/>
            <a:ext cx="54419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35FDD9-18B8-4D5E-A917-695B111068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555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14352" rtl="0" eaLnBrk="1" latinLnBrk="0" hangingPunct="1">
      <a:defRPr sz="2381" kern="1200">
        <a:solidFill>
          <a:schemeClr val="tx1"/>
        </a:solidFill>
        <a:latin typeface="+mn-lt"/>
        <a:ea typeface="+mn-ea"/>
        <a:cs typeface="+mn-cs"/>
      </a:defRPr>
    </a:lvl1pPr>
    <a:lvl2pPr marL="907176" algn="l" defTabSz="1814352" rtl="0" eaLnBrk="1" latinLnBrk="0" hangingPunct="1">
      <a:defRPr sz="2381" kern="1200">
        <a:solidFill>
          <a:schemeClr val="tx1"/>
        </a:solidFill>
        <a:latin typeface="+mn-lt"/>
        <a:ea typeface="+mn-ea"/>
        <a:cs typeface="+mn-cs"/>
      </a:defRPr>
    </a:lvl2pPr>
    <a:lvl3pPr marL="1814352" algn="l" defTabSz="1814352" rtl="0" eaLnBrk="1" latinLnBrk="0" hangingPunct="1">
      <a:defRPr sz="2381" kern="1200">
        <a:solidFill>
          <a:schemeClr val="tx1"/>
        </a:solidFill>
        <a:latin typeface="+mn-lt"/>
        <a:ea typeface="+mn-ea"/>
        <a:cs typeface="+mn-cs"/>
      </a:defRPr>
    </a:lvl3pPr>
    <a:lvl4pPr marL="2721529" algn="l" defTabSz="1814352" rtl="0" eaLnBrk="1" latinLnBrk="0" hangingPunct="1">
      <a:defRPr sz="2381" kern="1200">
        <a:solidFill>
          <a:schemeClr val="tx1"/>
        </a:solidFill>
        <a:latin typeface="+mn-lt"/>
        <a:ea typeface="+mn-ea"/>
        <a:cs typeface="+mn-cs"/>
      </a:defRPr>
    </a:lvl4pPr>
    <a:lvl5pPr marL="3628705" algn="l" defTabSz="1814352" rtl="0" eaLnBrk="1" latinLnBrk="0" hangingPunct="1">
      <a:defRPr sz="2381" kern="1200">
        <a:solidFill>
          <a:schemeClr val="tx1"/>
        </a:solidFill>
        <a:latin typeface="+mn-lt"/>
        <a:ea typeface="+mn-ea"/>
        <a:cs typeface="+mn-cs"/>
      </a:defRPr>
    </a:lvl5pPr>
    <a:lvl6pPr marL="4535881" algn="l" defTabSz="1814352" rtl="0" eaLnBrk="1" latinLnBrk="0" hangingPunct="1">
      <a:defRPr sz="2381" kern="1200">
        <a:solidFill>
          <a:schemeClr val="tx1"/>
        </a:solidFill>
        <a:latin typeface="+mn-lt"/>
        <a:ea typeface="+mn-ea"/>
        <a:cs typeface="+mn-cs"/>
      </a:defRPr>
    </a:lvl6pPr>
    <a:lvl7pPr marL="5443057" algn="l" defTabSz="1814352" rtl="0" eaLnBrk="1" latinLnBrk="0" hangingPunct="1">
      <a:defRPr sz="2381" kern="1200">
        <a:solidFill>
          <a:schemeClr val="tx1"/>
        </a:solidFill>
        <a:latin typeface="+mn-lt"/>
        <a:ea typeface="+mn-ea"/>
        <a:cs typeface="+mn-cs"/>
      </a:defRPr>
    </a:lvl7pPr>
    <a:lvl8pPr marL="6350234" algn="l" defTabSz="1814352" rtl="0" eaLnBrk="1" latinLnBrk="0" hangingPunct="1">
      <a:defRPr sz="2381" kern="1200">
        <a:solidFill>
          <a:schemeClr val="tx1"/>
        </a:solidFill>
        <a:latin typeface="+mn-lt"/>
        <a:ea typeface="+mn-ea"/>
        <a:cs typeface="+mn-cs"/>
      </a:defRPr>
    </a:lvl8pPr>
    <a:lvl9pPr marL="7257410" algn="l" defTabSz="1814352" rtl="0" eaLnBrk="1" latinLnBrk="0" hangingPunct="1">
      <a:defRPr sz="238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4678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8283" y="728307"/>
            <a:ext cx="20803910" cy="26440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8283" y="3641531"/>
            <a:ext cx="20803910" cy="86795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793355" y="13195112"/>
            <a:ext cx="2266882" cy="362456"/>
          </a:xfrm>
          <a:prstGeom prst="rect">
            <a:avLst/>
          </a:prstGeom>
        </p:spPr>
        <p:txBody>
          <a:bodyPr/>
          <a:lstStyle/>
          <a:p>
            <a:fld id="{C3697DD0-6F2A-4D2D-AED7-07040B6C177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8548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720" y="3410374"/>
            <a:ext cx="20803910" cy="5690286"/>
          </a:xfrm>
          <a:prstGeom prst="rect">
            <a:avLst/>
          </a:prstGeom>
        </p:spPr>
        <p:txBody>
          <a:bodyPr anchor="b"/>
          <a:lstStyle>
            <a:lvl1pPr>
              <a:defRPr sz="1187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720" y="9154493"/>
            <a:ext cx="20803910" cy="2992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748">
                <a:solidFill>
                  <a:schemeClr val="tx1">
                    <a:tint val="82000"/>
                  </a:schemeClr>
                </a:solidFill>
              </a:defRPr>
            </a:lvl1pPr>
            <a:lvl2pPr marL="904524" indent="0">
              <a:buNone/>
              <a:defRPr sz="3957">
                <a:solidFill>
                  <a:schemeClr val="tx1">
                    <a:tint val="82000"/>
                  </a:schemeClr>
                </a:solidFill>
              </a:defRPr>
            </a:lvl2pPr>
            <a:lvl3pPr marL="1809049" indent="0">
              <a:buNone/>
              <a:defRPr sz="3561">
                <a:solidFill>
                  <a:schemeClr val="tx1">
                    <a:tint val="82000"/>
                  </a:schemeClr>
                </a:solidFill>
              </a:defRPr>
            </a:lvl3pPr>
            <a:lvl4pPr marL="2713573" indent="0">
              <a:buNone/>
              <a:defRPr sz="3165">
                <a:solidFill>
                  <a:schemeClr val="tx1">
                    <a:tint val="82000"/>
                  </a:schemeClr>
                </a:solidFill>
              </a:defRPr>
            </a:lvl4pPr>
            <a:lvl5pPr marL="3618098" indent="0">
              <a:buNone/>
              <a:defRPr sz="3165">
                <a:solidFill>
                  <a:schemeClr val="tx1">
                    <a:tint val="82000"/>
                  </a:schemeClr>
                </a:solidFill>
              </a:defRPr>
            </a:lvl5pPr>
            <a:lvl6pPr marL="4522622" indent="0">
              <a:buNone/>
              <a:defRPr sz="3165">
                <a:solidFill>
                  <a:schemeClr val="tx1">
                    <a:tint val="82000"/>
                  </a:schemeClr>
                </a:solidFill>
              </a:defRPr>
            </a:lvl6pPr>
            <a:lvl7pPr marL="5427147" indent="0">
              <a:buNone/>
              <a:defRPr sz="3165">
                <a:solidFill>
                  <a:schemeClr val="tx1">
                    <a:tint val="82000"/>
                  </a:schemeClr>
                </a:solidFill>
              </a:defRPr>
            </a:lvl7pPr>
            <a:lvl8pPr marL="6331671" indent="0">
              <a:buNone/>
              <a:defRPr sz="3165">
                <a:solidFill>
                  <a:schemeClr val="tx1">
                    <a:tint val="82000"/>
                  </a:schemeClr>
                </a:solidFill>
              </a:defRPr>
            </a:lvl8pPr>
            <a:lvl9pPr marL="7236196" indent="0">
              <a:buNone/>
              <a:defRPr sz="316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58283" y="12678860"/>
            <a:ext cx="5427107" cy="72830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989908" y="12678860"/>
            <a:ext cx="8140660" cy="72830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1737783" y="13276392"/>
            <a:ext cx="2266882" cy="362456"/>
          </a:xfrm>
          <a:prstGeom prst="rect">
            <a:avLst/>
          </a:prstGeom>
        </p:spPr>
        <p:txBody>
          <a:bodyPr/>
          <a:lstStyle/>
          <a:p>
            <a:fld id="{C3697DD0-6F2A-4D2D-AED7-07040B6C1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2617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8283" y="728307"/>
            <a:ext cx="20803910" cy="26440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58283" y="3641531"/>
            <a:ext cx="10251202" cy="86795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210990" y="3641531"/>
            <a:ext cx="10251202" cy="86795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58283" y="12678860"/>
            <a:ext cx="5427107" cy="72830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989908" y="12678860"/>
            <a:ext cx="8140660" cy="72830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1737783" y="13276392"/>
            <a:ext cx="2266882" cy="362456"/>
          </a:xfrm>
          <a:prstGeom prst="rect">
            <a:avLst/>
          </a:prstGeom>
        </p:spPr>
        <p:txBody>
          <a:bodyPr/>
          <a:lstStyle/>
          <a:p>
            <a:fld id="{C3697DD0-6F2A-4D2D-AED7-07040B6C1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374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424" y="728307"/>
            <a:ext cx="20803910" cy="26440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1425" y="3353376"/>
            <a:ext cx="10204091" cy="16434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748" b="1"/>
            </a:lvl1pPr>
            <a:lvl2pPr marL="904524" indent="0">
              <a:buNone/>
              <a:defRPr sz="3957" b="1"/>
            </a:lvl2pPr>
            <a:lvl3pPr marL="1809049" indent="0">
              <a:buNone/>
              <a:defRPr sz="3561" b="1"/>
            </a:lvl3pPr>
            <a:lvl4pPr marL="2713573" indent="0">
              <a:buNone/>
              <a:defRPr sz="3165" b="1"/>
            </a:lvl4pPr>
            <a:lvl5pPr marL="3618098" indent="0">
              <a:buNone/>
              <a:defRPr sz="3165" b="1"/>
            </a:lvl5pPr>
            <a:lvl6pPr marL="4522622" indent="0">
              <a:buNone/>
              <a:defRPr sz="3165" b="1"/>
            </a:lvl6pPr>
            <a:lvl7pPr marL="5427147" indent="0">
              <a:buNone/>
              <a:defRPr sz="3165" b="1"/>
            </a:lvl7pPr>
            <a:lvl8pPr marL="6331671" indent="0">
              <a:buNone/>
              <a:defRPr sz="3165" b="1"/>
            </a:lvl8pPr>
            <a:lvl9pPr marL="7236196" indent="0">
              <a:buNone/>
              <a:defRPr sz="316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1425" y="4996813"/>
            <a:ext cx="10204091" cy="73495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210990" y="3353376"/>
            <a:ext cx="10254344" cy="16434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748" b="1"/>
            </a:lvl1pPr>
            <a:lvl2pPr marL="904524" indent="0">
              <a:buNone/>
              <a:defRPr sz="3957" b="1"/>
            </a:lvl2pPr>
            <a:lvl3pPr marL="1809049" indent="0">
              <a:buNone/>
              <a:defRPr sz="3561" b="1"/>
            </a:lvl3pPr>
            <a:lvl4pPr marL="2713573" indent="0">
              <a:buNone/>
              <a:defRPr sz="3165" b="1"/>
            </a:lvl4pPr>
            <a:lvl5pPr marL="3618098" indent="0">
              <a:buNone/>
              <a:defRPr sz="3165" b="1"/>
            </a:lvl5pPr>
            <a:lvl6pPr marL="4522622" indent="0">
              <a:buNone/>
              <a:defRPr sz="3165" b="1"/>
            </a:lvl6pPr>
            <a:lvl7pPr marL="5427147" indent="0">
              <a:buNone/>
              <a:defRPr sz="3165" b="1"/>
            </a:lvl7pPr>
            <a:lvl8pPr marL="6331671" indent="0">
              <a:buNone/>
              <a:defRPr sz="3165" b="1"/>
            </a:lvl8pPr>
            <a:lvl9pPr marL="7236196" indent="0">
              <a:buNone/>
              <a:defRPr sz="316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210990" y="4996813"/>
            <a:ext cx="10254344" cy="73495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658283" y="12678860"/>
            <a:ext cx="5427107" cy="72830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7989908" y="12678860"/>
            <a:ext cx="8140660" cy="72830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21737783" y="13276392"/>
            <a:ext cx="2266882" cy="362456"/>
          </a:xfrm>
          <a:prstGeom prst="rect">
            <a:avLst/>
          </a:prstGeom>
        </p:spPr>
        <p:txBody>
          <a:bodyPr/>
          <a:lstStyle/>
          <a:p>
            <a:fld id="{C3697DD0-6F2A-4D2D-AED7-07040B6C1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1200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8283" y="728307"/>
            <a:ext cx="20803910" cy="26440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658283" y="12678860"/>
            <a:ext cx="5427107" cy="72830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989908" y="12678860"/>
            <a:ext cx="8140660" cy="72830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1737783" y="13276392"/>
            <a:ext cx="2266882" cy="362456"/>
          </a:xfrm>
          <a:prstGeom prst="rect">
            <a:avLst/>
          </a:prstGeom>
        </p:spPr>
        <p:txBody>
          <a:bodyPr/>
          <a:lstStyle/>
          <a:p>
            <a:fld id="{C3697DD0-6F2A-4D2D-AED7-07040B6C1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998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658283" y="12678860"/>
            <a:ext cx="5427107" cy="72830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7989908" y="12678860"/>
            <a:ext cx="8140660" cy="72830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1737783" y="13276392"/>
            <a:ext cx="2266882" cy="362456"/>
          </a:xfrm>
          <a:prstGeom prst="rect">
            <a:avLst/>
          </a:prstGeom>
        </p:spPr>
        <p:txBody>
          <a:bodyPr/>
          <a:lstStyle/>
          <a:p>
            <a:fld id="{C3697DD0-6F2A-4D2D-AED7-07040B6C1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893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425" y="911966"/>
            <a:ext cx="7779480" cy="3191881"/>
          </a:xfrm>
          <a:prstGeom prst="rect">
            <a:avLst/>
          </a:prstGeom>
        </p:spPr>
        <p:txBody>
          <a:bodyPr anchor="b"/>
          <a:lstStyle>
            <a:lvl1pPr>
              <a:defRPr sz="63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4344" y="1969594"/>
            <a:ext cx="12210990" cy="9721303"/>
          </a:xfrm>
          <a:prstGeom prst="rect">
            <a:avLst/>
          </a:prstGeom>
        </p:spPr>
        <p:txBody>
          <a:bodyPr/>
          <a:lstStyle>
            <a:lvl1pPr>
              <a:defRPr sz="6331"/>
            </a:lvl1pPr>
            <a:lvl2pPr>
              <a:defRPr sz="5540"/>
            </a:lvl2pPr>
            <a:lvl3pPr>
              <a:defRPr sz="4748"/>
            </a:lvl3pPr>
            <a:lvl4pPr>
              <a:defRPr sz="3957"/>
            </a:lvl4pPr>
            <a:lvl5pPr>
              <a:defRPr sz="3957"/>
            </a:lvl5pPr>
            <a:lvl6pPr>
              <a:defRPr sz="3957"/>
            </a:lvl6pPr>
            <a:lvl7pPr>
              <a:defRPr sz="3957"/>
            </a:lvl7pPr>
            <a:lvl8pPr>
              <a:defRPr sz="3957"/>
            </a:lvl8pPr>
            <a:lvl9pPr>
              <a:defRPr sz="395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425" y="4103846"/>
            <a:ext cx="7779480" cy="76028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65"/>
            </a:lvl1pPr>
            <a:lvl2pPr marL="904524" indent="0">
              <a:buNone/>
              <a:defRPr sz="2770"/>
            </a:lvl2pPr>
            <a:lvl3pPr marL="1809049" indent="0">
              <a:buNone/>
              <a:defRPr sz="2374"/>
            </a:lvl3pPr>
            <a:lvl4pPr marL="2713573" indent="0">
              <a:buNone/>
              <a:defRPr sz="1978"/>
            </a:lvl4pPr>
            <a:lvl5pPr marL="3618098" indent="0">
              <a:buNone/>
              <a:defRPr sz="1978"/>
            </a:lvl5pPr>
            <a:lvl6pPr marL="4522622" indent="0">
              <a:buNone/>
              <a:defRPr sz="1978"/>
            </a:lvl6pPr>
            <a:lvl7pPr marL="5427147" indent="0">
              <a:buNone/>
              <a:defRPr sz="1978"/>
            </a:lvl7pPr>
            <a:lvl8pPr marL="6331671" indent="0">
              <a:buNone/>
              <a:defRPr sz="1978"/>
            </a:lvl8pPr>
            <a:lvl9pPr marL="7236196" indent="0">
              <a:buNone/>
              <a:defRPr sz="19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58283" y="12678860"/>
            <a:ext cx="5427107" cy="72830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989908" y="12678860"/>
            <a:ext cx="8140660" cy="72830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1737783" y="13276392"/>
            <a:ext cx="2266882" cy="362456"/>
          </a:xfrm>
          <a:prstGeom prst="rect">
            <a:avLst/>
          </a:prstGeom>
        </p:spPr>
        <p:txBody>
          <a:bodyPr/>
          <a:lstStyle/>
          <a:p>
            <a:fld id="{C3697DD0-6F2A-4D2D-AED7-07040B6C1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925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425" y="911966"/>
            <a:ext cx="7779480" cy="3191881"/>
          </a:xfrm>
          <a:prstGeom prst="rect">
            <a:avLst/>
          </a:prstGeom>
        </p:spPr>
        <p:txBody>
          <a:bodyPr anchor="b"/>
          <a:lstStyle>
            <a:lvl1pPr>
              <a:defRPr sz="63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54344" y="1969594"/>
            <a:ext cx="12210990" cy="97213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331"/>
            </a:lvl1pPr>
            <a:lvl2pPr marL="904524" indent="0">
              <a:buNone/>
              <a:defRPr sz="5540"/>
            </a:lvl2pPr>
            <a:lvl3pPr marL="1809049" indent="0">
              <a:buNone/>
              <a:defRPr sz="4748"/>
            </a:lvl3pPr>
            <a:lvl4pPr marL="2713573" indent="0">
              <a:buNone/>
              <a:defRPr sz="3957"/>
            </a:lvl4pPr>
            <a:lvl5pPr marL="3618098" indent="0">
              <a:buNone/>
              <a:defRPr sz="3957"/>
            </a:lvl5pPr>
            <a:lvl6pPr marL="4522622" indent="0">
              <a:buNone/>
              <a:defRPr sz="3957"/>
            </a:lvl6pPr>
            <a:lvl7pPr marL="5427147" indent="0">
              <a:buNone/>
              <a:defRPr sz="3957"/>
            </a:lvl7pPr>
            <a:lvl8pPr marL="6331671" indent="0">
              <a:buNone/>
              <a:defRPr sz="3957"/>
            </a:lvl8pPr>
            <a:lvl9pPr marL="7236196" indent="0">
              <a:buNone/>
              <a:defRPr sz="395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425" y="4103846"/>
            <a:ext cx="7779480" cy="76028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65"/>
            </a:lvl1pPr>
            <a:lvl2pPr marL="904524" indent="0">
              <a:buNone/>
              <a:defRPr sz="2770"/>
            </a:lvl2pPr>
            <a:lvl3pPr marL="1809049" indent="0">
              <a:buNone/>
              <a:defRPr sz="2374"/>
            </a:lvl3pPr>
            <a:lvl4pPr marL="2713573" indent="0">
              <a:buNone/>
              <a:defRPr sz="1978"/>
            </a:lvl4pPr>
            <a:lvl5pPr marL="3618098" indent="0">
              <a:buNone/>
              <a:defRPr sz="1978"/>
            </a:lvl5pPr>
            <a:lvl6pPr marL="4522622" indent="0">
              <a:buNone/>
              <a:defRPr sz="1978"/>
            </a:lvl6pPr>
            <a:lvl7pPr marL="5427147" indent="0">
              <a:buNone/>
              <a:defRPr sz="1978"/>
            </a:lvl7pPr>
            <a:lvl8pPr marL="6331671" indent="0">
              <a:buNone/>
              <a:defRPr sz="1978"/>
            </a:lvl8pPr>
            <a:lvl9pPr marL="7236196" indent="0">
              <a:buNone/>
              <a:defRPr sz="19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58283" y="12678860"/>
            <a:ext cx="5427107" cy="72830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989908" y="12678860"/>
            <a:ext cx="8140660" cy="72830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1737783" y="13276392"/>
            <a:ext cx="2266882" cy="362456"/>
          </a:xfrm>
          <a:prstGeom prst="rect">
            <a:avLst/>
          </a:prstGeom>
        </p:spPr>
        <p:txBody>
          <a:bodyPr/>
          <a:lstStyle/>
          <a:p>
            <a:fld id="{C3697DD0-6F2A-4D2D-AED7-07040B6C1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924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8283" y="728307"/>
            <a:ext cx="20803910" cy="26440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58283" y="3641531"/>
            <a:ext cx="20803910" cy="867950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58283" y="12678860"/>
            <a:ext cx="5427107" cy="72830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989908" y="12678860"/>
            <a:ext cx="8140660" cy="72830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1737783" y="13276392"/>
            <a:ext cx="2266882" cy="362456"/>
          </a:xfrm>
          <a:prstGeom prst="rect">
            <a:avLst/>
          </a:prstGeom>
        </p:spPr>
        <p:txBody>
          <a:bodyPr/>
          <a:lstStyle/>
          <a:p>
            <a:fld id="{C3697DD0-6F2A-4D2D-AED7-07040B6C1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923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261215" y="728306"/>
            <a:ext cx="5200977" cy="11592734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58283" y="728306"/>
            <a:ext cx="15301426" cy="1159273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58283" y="12678860"/>
            <a:ext cx="5427107" cy="72830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989908" y="12678860"/>
            <a:ext cx="8140660" cy="72830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1737783" y="13276392"/>
            <a:ext cx="2266882" cy="362456"/>
          </a:xfrm>
          <a:prstGeom prst="rect">
            <a:avLst/>
          </a:prstGeom>
        </p:spPr>
        <p:txBody>
          <a:bodyPr/>
          <a:lstStyle/>
          <a:p>
            <a:fld id="{C3697DD0-6F2A-4D2D-AED7-07040B6C1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1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E66AED5-16A5-4EDD-9D85-7828A5BC5F7B}"/>
              </a:ext>
            </a:extLst>
          </p:cNvPr>
          <p:cNvSpPr/>
          <p:nvPr userDrawn="1"/>
        </p:nvSpPr>
        <p:spPr>
          <a:xfrm>
            <a:off x="0" y="13086080"/>
            <a:ext cx="24120475" cy="593407"/>
          </a:xfrm>
          <a:custGeom>
            <a:avLst/>
            <a:gdLst>
              <a:gd name="connsiteX0" fmla="*/ 0 w 24486911"/>
              <a:gd name="connsiteY0" fmla="*/ 0 h 562553"/>
              <a:gd name="connsiteX1" fmla="*/ 24486910 w 24486911"/>
              <a:gd name="connsiteY1" fmla="*/ 0 h 562553"/>
              <a:gd name="connsiteX2" fmla="*/ 24486910 w 24486911"/>
              <a:gd name="connsiteY2" fmla="*/ 562553 h 562553"/>
              <a:gd name="connsiteX3" fmla="*/ 0 w 24486911"/>
              <a:gd name="connsiteY3" fmla="*/ 562553 h 562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86911" h="562553">
                <a:moveTo>
                  <a:pt x="0" y="0"/>
                </a:moveTo>
                <a:lnTo>
                  <a:pt x="24486910" y="0"/>
                </a:lnTo>
                <a:lnTo>
                  <a:pt x="24486910" y="562553"/>
                </a:lnTo>
                <a:lnTo>
                  <a:pt x="0" y="562553"/>
                </a:lnTo>
                <a:close/>
              </a:path>
            </a:pathLst>
          </a:custGeom>
          <a:solidFill>
            <a:srgbClr val="A9ABAE"/>
          </a:solidFill>
          <a:ln w="12670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3572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19AFD40-4E73-6B0E-B4F5-59EF70DEDFD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0" y="0"/>
            <a:ext cx="21737782" cy="217224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11D1AAF-1CB8-1D33-CB71-8AE29593D255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2164022" y="410013"/>
            <a:ext cx="1542472" cy="17622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713A344-DDBD-E014-3F67-6BC61EC36B37}"/>
              </a:ext>
            </a:extLst>
          </p:cNvPr>
          <p:cNvSpPr txBox="1"/>
          <p:nvPr userDrawn="1"/>
        </p:nvSpPr>
        <p:spPr>
          <a:xfrm>
            <a:off x="310418" y="13163041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000" spc="0" baseline="0" dirty="0">
                <a:ln/>
                <a:solidFill>
                  <a:srgbClr val="FFFFFF"/>
                </a:solidFill>
                <a:latin typeface="Century Gothic"/>
                <a:sym typeface="Century Gothic"/>
                <a:rtl val="0"/>
              </a:rPr>
              <a:t>CONFIDENTIAL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A71A42-11B0-91E5-5E55-BE653799CF5F}"/>
              </a:ext>
            </a:extLst>
          </p:cNvPr>
          <p:cNvSpPr txBox="1"/>
          <p:nvPr userDrawn="1"/>
        </p:nvSpPr>
        <p:spPr>
          <a:xfrm>
            <a:off x="17728375" y="13163041"/>
            <a:ext cx="62762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000" spc="0" baseline="0" dirty="0">
                <a:ln/>
                <a:solidFill>
                  <a:srgbClr val="FFFFFF"/>
                </a:solidFill>
                <a:latin typeface="Century Gothic"/>
                <a:sym typeface="Century Gothic"/>
                <a:rtl val="0"/>
              </a:rPr>
              <a:t>©  2025 QUADGEN WIRELESS SOLUTIONS PVT. LTD.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CED5824-E834-28DD-73FF-52AB96B5C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176" y="13045124"/>
            <a:ext cx="1180121" cy="593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fld id="{DEAD7B1B-CCF2-4534-85A0-141F7B8844DA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7207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1809049" rtl="0" eaLnBrk="1" latinLnBrk="0" hangingPunct="1">
        <a:lnSpc>
          <a:spcPct val="90000"/>
        </a:lnSpc>
        <a:spcBef>
          <a:spcPct val="0"/>
        </a:spcBef>
        <a:buNone/>
        <a:defRPr sz="87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2262" indent="-452262" algn="l" defTabSz="1809049" rtl="0" eaLnBrk="1" latinLnBrk="0" hangingPunct="1">
        <a:lnSpc>
          <a:spcPct val="90000"/>
        </a:lnSpc>
        <a:spcBef>
          <a:spcPts val="1978"/>
        </a:spcBef>
        <a:buFont typeface="Arial" panose="020B0604020202020204" pitchFamily="34" charset="0"/>
        <a:buChar char="•"/>
        <a:defRPr sz="5540" kern="1200">
          <a:solidFill>
            <a:schemeClr val="tx1"/>
          </a:solidFill>
          <a:latin typeface="+mn-lt"/>
          <a:ea typeface="+mn-ea"/>
          <a:cs typeface="+mn-cs"/>
        </a:defRPr>
      </a:lvl1pPr>
      <a:lvl2pPr marL="1356787" indent="-452262" algn="l" defTabSz="1809049" rtl="0" eaLnBrk="1" latinLnBrk="0" hangingPunct="1">
        <a:lnSpc>
          <a:spcPct val="90000"/>
        </a:lnSpc>
        <a:spcBef>
          <a:spcPts val="989"/>
        </a:spcBef>
        <a:buFont typeface="Arial" panose="020B0604020202020204" pitchFamily="34" charset="0"/>
        <a:buChar char="•"/>
        <a:defRPr sz="4748" kern="1200">
          <a:solidFill>
            <a:schemeClr val="tx1"/>
          </a:solidFill>
          <a:latin typeface="+mn-lt"/>
          <a:ea typeface="+mn-ea"/>
          <a:cs typeface="+mn-cs"/>
        </a:defRPr>
      </a:lvl2pPr>
      <a:lvl3pPr marL="2261311" indent="-452262" algn="l" defTabSz="1809049" rtl="0" eaLnBrk="1" latinLnBrk="0" hangingPunct="1">
        <a:lnSpc>
          <a:spcPct val="90000"/>
        </a:lnSpc>
        <a:spcBef>
          <a:spcPts val="989"/>
        </a:spcBef>
        <a:buFont typeface="Arial" panose="020B0604020202020204" pitchFamily="34" charset="0"/>
        <a:buChar char="•"/>
        <a:defRPr sz="3957" kern="1200">
          <a:solidFill>
            <a:schemeClr val="tx1"/>
          </a:solidFill>
          <a:latin typeface="+mn-lt"/>
          <a:ea typeface="+mn-ea"/>
          <a:cs typeface="+mn-cs"/>
        </a:defRPr>
      </a:lvl3pPr>
      <a:lvl4pPr marL="3165836" indent="-452262" algn="l" defTabSz="1809049" rtl="0" eaLnBrk="1" latinLnBrk="0" hangingPunct="1">
        <a:lnSpc>
          <a:spcPct val="90000"/>
        </a:lnSpc>
        <a:spcBef>
          <a:spcPts val="989"/>
        </a:spcBef>
        <a:buFont typeface="Arial" panose="020B0604020202020204" pitchFamily="34" charset="0"/>
        <a:buChar char="•"/>
        <a:defRPr sz="3561" kern="1200">
          <a:solidFill>
            <a:schemeClr val="tx1"/>
          </a:solidFill>
          <a:latin typeface="+mn-lt"/>
          <a:ea typeface="+mn-ea"/>
          <a:cs typeface="+mn-cs"/>
        </a:defRPr>
      </a:lvl4pPr>
      <a:lvl5pPr marL="4070360" indent="-452262" algn="l" defTabSz="1809049" rtl="0" eaLnBrk="1" latinLnBrk="0" hangingPunct="1">
        <a:lnSpc>
          <a:spcPct val="90000"/>
        </a:lnSpc>
        <a:spcBef>
          <a:spcPts val="989"/>
        </a:spcBef>
        <a:buFont typeface="Arial" panose="020B0604020202020204" pitchFamily="34" charset="0"/>
        <a:buChar char="•"/>
        <a:defRPr sz="3561" kern="1200">
          <a:solidFill>
            <a:schemeClr val="tx1"/>
          </a:solidFill>
          <a:latin typeface="+mn-lt"/>
          <a:ea typeface="+mn-ea"/>
          <a:cs typeface="+mn-cs"/>
        </a:defRPr>
      </a:lvl5pPr>
      <a:lvl6pPr marL="4974885" indent="-452262" algn="l" defTabSz="1809049" rtl="0" eaLnBrk="1" latinLnBrk="0" hangingPunct="1">
        <a:lnSpc>
          <a:spcPct val="90000"/>
        </a:lnSpc>
        <a:spcBef>
          <a:spcPts val="989"/>
        </a:spcBef>
        <a:buFont typeface="Arial" panose="020B0604020202020204" pitchFamily="34" charset="0"/>
        <a:buChar char="•"/>
        <a:defRPr sz="3561" kern="1200">
          <a:solidFill>
            <a:schemeClr val="tx1"/>
          </a:solidFill>
          <a:latin typeface="+mn-lt"/>
          <a:ea typeface="+mn-ea"/>
          <a:cs typeface="+mn-cs"/>
        </a:defRPr>
      </a:lvl6pPr>
      <a:lvl7pPr marL="5879409" indent="-452262" algn="l" defTabSz="1809049" rtl="0" eaLnBrk="1" latinLnBrk="0" hangingPunct="1">
        <a:lnSpc>
          <a:spcPct val="90000"/>
        </a:lnSpc>
        <a:spcBef>
          <a:spcPts val="989"/>
        </a:spcBef>
        <a:buFont typeface="Arial" panose="020B0604020202020204" pitchFamily="34" charset="0"/>
        <a:buChar char="•"/>
        <a:defRPr sz="3561" kern="1200">
          <a:solidFill>
            <a:schemeClr val="tx1"/>
          </a:solidFill>
          <a:latin typeface="+mn-lt"/>
          <a:ea typeface="+mn-ea"/>
          <a:cs typeface="+mn-cs"/>
        </a:defRPr>
      </a:lvl7pPr>
      <a:lvl8pPr marL="6783934" indent="-452262" algn="l" defTabSz="1809049" rtl="0" eaLnBrk="1" latinLnBrk="0" hangingPunct="1">
        <a:lnSpc>
          <a:spcPct val="90000"/>
        </a:lnSpc>
        <a:spcBef>
          <a:spcPts val="989"/>
        </a:spcBef>
        <a:buFont typeface="Arial" panose="020B0604020202020204" pitchFamily="34" charset="0"/>
        <a:buChar char="•"/>
        <a:defRPr sz="3561" kern="1200">
          <a:solidFill>
            <a:schemeClr val="tx1"/>
          </a:solidFill>
          <a:latin typeface="+mn-lt"/>
          <a:ea typeface="+mn-ea"/>
          <a:cs typeface="+mn-cs"/>
        </a:defRPr>
      </a:lvl8pPr>
      <a:lvl9pPr marL="7688458" indent="-452262" algn="l" defTabSz="1809049" rtl="0" eaLnBrk="1" latinLnBrk="0" hangingPunct="1">
        <a:lnSpc>
          <a:spcPct val="90000"/>
        </a:lnSpc>
        <a:spcBef>
          <a:spcPts val="989"/>
        </a:spcBef>
        <a:buFont typeface="Arial" panose="020B0604020202020204" pitchFamily="34" charset="0"/>
        <a:buChar char="•"/>
        <a:defRPr sz="35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09049" rtl="0" eaLnBrk="1" latinLnBrk="0" hangingPunct="1">
        <a:defRPr sz="3561" kern="1200">
          <a:solidFill>
            <a:schemeClr val="tx1"/>
          </a:solidFill>
          <a:latin typeface="+mn-lt"/>
          <a:ea typeface="+mn-ea"/>
          <a:cs typeface="+mn-cs"/>
        </a:defRPr>
      </a:lvl1pPr>
      <a:lvl2pPr marL="904524" algn="l" defTabSz="1809049" rtl="0" eaLnBrk="1" latinLnBrk="0" hangingPunct="1">
        <a:defRPr sz="3561" kern="1200">
          <a:solidFill>
            <a:schemeClr val="tx1"/>
          </a:solidFill>
          <a:latin typeface="+mn-lt"/>
          <a:ea typeface="+mn-ea"/>
          <a:cs typeface="+mn-cs"/>
        </a:defRPr>
      </a:lvl2pPr>
      <a:lvl3pPr marL="1809049" algn="l" defTabSz="1809049" rtl="0" eaLnBrk="1" latinLnBrk="0" hangingPunct="1">
        <a:defRPr sz="3561" kern="1200">
          <a:solidFill>
            <a:schemeClr val="tx1"/>
          </a:solidFill>
          <a:latin typeface="+mn-lt"/>
          <a:ea typeface="+mn-ea"/>
          <a:cs typeface="+mn-cs"/>
        </a:defRPr>
      </a:lvl3pPr>
      <a:lvl4pPr marL="2713573" algn="l" defTabSz="1809049" rtl="0" eaLnBrk="1" latinLnBrk="0" hangingPunct="1">
        <a:defRPr sz="3561" kern="1200">
          <a:solidFill>
            <a:schemeClr val="tx1"/>
          </a:solidFill>
          <a:latin typeface="+mn-lt"/>
          <a:ea typeface="+mn-ea"/>
          <a:cs typeface="+mn-cs"/>
        </a:defRPr>
      </a:lvl4pPr>
      <a:lvl5pPr marL="3618098" algn="l" defTabSz="1809049" rtl="0" eaLnBrk="1" latinLnBrk="0" hangingPunct="1">
        <a:defRPr sz="3561" kern="1200">
          <a:solidFill>
            <a:schemeClr val="tx1"/>
          </a:solidFill>
          <a:latin typeface="+mn-lt"/>
          <a:ea typeface="+mn-ea"/>
          <a:cs typeface="+mn-cs"/>
        </a:defRPr>
      </a:lvl5pPr>
      <a:lvl6pPr marL="4522622" algn="l" defTabSz="1809049" rtl="0" eaLnBrk="1" latinLnBrk="0" hangingPunct="1">
        <a:defRPr sz="3561" kern="1200">
          <a:solidFill>
            <a:schemeClr val="tx1"/>
          </a:solidFill>
          <a:latin typeface="+mn-lt"/>
          <a:ea typeface="+mn-ea"/>
          <a:cs typeface="+mn-cs"/>
        </a:defRPr>
      </a:lvl6pPr>
      <a:lvl7pPr marL="5427147" algn="l" defTabSz="1809049" rtl="0" eaLnBrk="1" latinLnBrk="0" hangingPunct="1">
        <a:defRPr sz="3561" kern="1200">
          <a:solidFill>
            <a:schemeClr val="tx1"/>
          </a:solidFill>
          <a:latin typeface="+mn-lt"/>
          <a:ea typeface="+mn-ea"/>
          <a:cs typeface="+mn-cs"/>
        </a:defRPr>
      </a:lvl7pPr>
      <a:lvl8pPr marL="6331671" algn="l" defTabSz="1809049" rtl="0" eaLnBrk="1" latinLnBrk="0" hangingPunct="1">
        <a:defRPr sz="3561" kern="1200">
          <a:solidFill>
            <a:schemeClr val="tx1"/>
          </a:solidFill>
          <a:latin typeface="+mn-lt"/>
          <a:ea typeface="+mn-ea"/>
          <a:cs typeface="+mn-cs"/>
        </a:defRPr>
      </a:lvl8pPr>
      <a:lvl9pPr marL="7236196" algn="l" defTabSz="1809049" rtl="0" eaLnBrk="1" latinLnBrk="0" hangingPunct="1">
        <a:defRPr sz="35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9CC81-2328-BDF9-A59F-A0C38F1CD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A0FF7-531C-8019-0F00-E9C271B5B04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83851" y="13125647"/>
            <a:ext cx="1752772" cy="490046"/>
          </a:xfrm>
          <a:prstGeom prst="rect">
            <a:avLst/>
          </a:prstGeom>
        </p:spPr>
        <p:txBody>
          <a:bodyPr/>
          <a:lstStyle/>
          <a:p>
            <a:r>
              <a:rPr lang="en-IN" sz="2400" dirty="0">
                <a:solidFill>
                  <a:schemeClr val="bg1"/>
                </a:solidFill>
              </a:rPr>
              <a:t>- </a:t>
            </a:r>
            <a:fld id="{C3697DD0-6F2A-4D2D-AED7-07040B6C1779}" type="slidenum">
              <a:rPr lang="en-IN" sz="2400" smtClean="0">
                <a:solidFill>
                  <a:schemeClr val="bg1"/>
                </a:solidFill>
              </a:rPr>
              <a:t>0</a:t>
            </a:fld>
            <a:r>
              <a:rPr lang="en-IN" sz="2400" dirty="0">
                <a:solidFill>
                  <a:schemeClr val="bg1"/>
                </a:solidFill>
              </a:rPr>
              <a:t> -</a:t>
            </a:r>
          </a:p>
        </p:txBody>
      </p:sp>
      <p:sp>
        <p:nvSpPr>
          <p:cNvPr id="2" name="Shape 476">
            <a:extLst>
              <a:ext uri="{FF2B5EF4-FFF2-40B4-BE49-F238E27FC236}">
                <a16:creationId xmlns:a16="http://schemas.microsoft.com/office/drawing/2014/main" id="{BC1F7678-9BC5-3FB6-B6A7-CE500DDDB4F7}"/>
              </a:ext>
            </a:extLst>
          </p:cNvPr>
          <p:cNvSpPr/>
          <p:nvPr/>
        </p:nvSpPr>
        <p:spPr>
          <a:xfrm>
            <a:off x="477079" y="742281"/>
            <a:ext cx="21587792" cy="81757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algn="l">
              <a:lnSpc>
                <a:spcPct val="90000"/>
              </a:lnSpc>
              <a:defRPr sz="7000" spc="21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</a:lstStyle>
          <a:p>
            <a:pPr algn="ctr" hangingPunct="1"/>
            <a:r>
              <a:rPr lang="en-US" sz="6600" kern="1200" spc="0" dirty="0">
                <a:solidFill>
                  <a:schemeClr val="bg1"/>
                </a:solidFill>
                <a:latin typeface="Georgia" panose="02040502050405020303" pitchFamily="18" charset="0"/>
                <a:ea typeface="Cambria" panose="02040503050406030204" pitchFamily="18" charset="0"/>
                <a:cs typeface="Arial" panose="020B0604020202020204" pitchFamily="34" charset="0"/>
              </a:rPr>
              <a:t>QuadGen Organisation Chart</a:t>
            </a:r>
          </a:p>
        </p:txBody>
      </p: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89A02AFB-DA65-5D93-8EE4-29A87B7917DF}"/>
              </a:ext>
            </a:extLst>
          </p:cNvPr>
          <p:cNvGrpSpPr/>
          <p:nvPr/>
        </p:nvGrpSpPr>
        <p:grpSpPr>
          <a:xfrm>
            <a:off x="1133061" y="2414154"/>
            <a:ext cx="22005235" cy="2246770"/>
            <a:chOff x="1113183" y="2414154"/>
            <a:chExt cx="21856229" cy="224677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A1D02EE-CA2B-977A-B25B-C51EC73ED6EC}"/>
                </a:ext>
              </a:extLst>
            </p:cNvPr>
            <p:cNvSpPr txBox="1"/>
            <p:nvPr/>
          </p:nvSpPr>
          <p:spPr>
            <a:xfrm>
              <a:off x="1113183" y="2414155"/>
              <a:ext cx="8825948" cy="2246769"/>
            </a:xfrm>
            <a:prstGeom prst="rect">
              <a:avLst/>
            </a:prstGeom>
            <a:solidFill>
              <a:srgbClr val="B7DBF3"/>
            </a:solidFill>
            <a:ln w="38100">
              <a:solidFill>
                <a:srgbClr val="333399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3500" b="1" dirty="0">
                  <a:latin typeface="Arial" panose="020B0604020202020204" pitchFamily="34" charset="0"/>
                  <a:cs typeface="Arial" panose="020B0604020202020204" pitchFamily="34" charset="0"/>
                </a:rPr>
                <a:t>Executive Directors</a:t>
              </a:r>
            </a:p>
            <a:p>
              <a:pPr algn="ctr"/>
              <a:endParaRPr lang="en-IN" sz="35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IN" sz="35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IN" sz="35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43ED9728-01D2-CA14-CAD1-055D4AECE62C}"/>
                </a:ext>
              </a:extLst>
            </p:cNvPr>
            <p:cNvSpPr txBox="1"/>
            <p:nvPr/>
          </p:nvSpPr>
          <p:spPr>
            <a:xfrm>
              <a:off x="9994030" y="2414154"/>
              <a:ext cx="12975382" cy="2246769"/>
            </a:xfrm>
            <a:prstGeom prst="rect">
              <a:avLst/>
            </a:prstGeom>
            <a:solidFill>
              <a:srgbClr val="B7DBF3"/>
            </a:solidFill>
            <a:ln w="38100">
              <a:solidFill>
                <a:srgbClr val="333399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3500" b="1" dirty="0">
                  <a:latin typeface="Arial" panose="020B0604020202020204" pitchFamily="34" charset="0"/>
                  <a:cs typeface="Arial" panose="020B0604020202020204" pitchFamily="34" charset="0"/>
                </a:rPr>
                <a:t>Non-Executive Directors</a:t>
              </a:r>
            </a:p>
            <a:p>
              <a:pPr algn="ctr"/>
              <a:endParaRPr lang="en-IN" sz="35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IN" sz="35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IN" sz="35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3AC20ED-7B34-61DF-9F90-6A2B2EDF267C}"/>
                </a:ext>
              </a:extLst>
            </p:cNvPr>
            <p:cNvGrpSpPr/>
            <p:nvPr/>
          </p:nvGrpSpPr>
          <p:grpSpPr>
            <a:xfrm>
              <a:off x="1635305" y="3112678"/>
              <a:ext cx="20849865" cy="1085413"/>
              <a:chOff x="2133020" y="3521238"/>
              <a:chExt cx="20849865" cy="1085413"/>
            </a:xfrm>
          </p:grpSpPr>
          <p:sp>
            <p:nvSpPr>
              <p:cNvPr id="86" name="Rectangle: Rounded Corners 85">
                <a:extLst>
                  <a:ext uri="{FF2B5EF4-FFF2-40B4-BE49-F238E27FC236}">
                    <a16:creationId xmlns:a16="http://schemas.microsoft.com/office/drawing/2014/main" id="{6BC21962-74DE-0F39-6DC0-CC267810231F}"/>
                  </a:ext>
                </a:extLst>
              </p:cNvPr>
              <p:cNvSpPr/>
              <p:nvPr/>
            </p:nvSpPr>
            <p:spPr>
              <a:xfrm>
                <a:off x="2133020" y="3526651"/>
                <a:ext cx="3800036" cy="1080000"/>
              </a:xfrm>
              <a:prstGeom prst="roundRect">
                <a:avLst/>
              </a:prstGeom>
              <a:solidFill>
                <a:srgbClr val="255F9C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CS Rao</a:t>
                </a:r>
              </a:p>
              <a:p>
                <a:pPr algn="ctr"/>
                <a:r>
                  <a:rPr lang="en-IN" sz="20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Co-Founder &amp; Chairman</a:t>
                </a:r>
              </a:p>
            </p:txBody>
          </p:sp>
          <p:sp>
            <p:nvSpPr>
              <p:cNvPr id="78" name="Rectangle: Rounded Corners 77">
                <a:extLst>
                  <a:ext uri="{FF2B5EF4-FFF2-40B4-BE49-F238E27FC236}">
                    <a16:creationId xmlns:a16="http://schemas.microsoft.com/office/drawing/2014/main" id="{4EB0FAF5-A61B-B3E5-5A97-B1BE905CD207}"/>
                  </a:ext>
                </a:extLst>
              </p:cNvPr>
              <p:cNvSpPr/>
              <p:nvPr/>
            </p:nvSpPr>
            <p:spPr>
              <a:xfrm>
                <a:off x="6256332" y="3526651"/>
                <a:ext cx="3800036" cy="1080000"/>
              </a:xfrm>
              <a:prstGeom prst="roundRect">
                <a:avLst/>
              </a:prstGeom>
              <a:solidFill>
                <a:srgbClr val="255F9C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Mallik Vagvala</a:t>
                </a:r>
              </a:p>
              <a:p>
                <a:pPr algn="ctr"/>
                <a:r>
                  <a:rPr lang="en-IN" sz="20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Co-Founder &amp; Global CEO</a:t>
                </a:r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C2FB2311-AB0A-6947-4E5B-FB39CE367CB8}"/>
                  </a:ext>
                </a:extLst>
              </p:cNvPr>
              <p:cNvSpPr/>
              <p:nvPr/>
            </p:nvSpPr>
            <p:spPr>
              <a:xfrm>
                <a:off x="10797085" y="3521238"/>
                <a:ext cx="3800036" cy="1080000"/>
              </a:xfrm>
              <a:prstGeom prst="roundRect">
                <a:avLst/>
              </a:prstGeom>
              <a:solidFill>
                <a:srgbClr val="255F9C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 Kannan</a:t>
                </a:r>
              </a:p>
              <a:p>
                <a:pPr algn="ctr"/>
                <a:r>
                  <a:rPr lang="en-IN" sz="20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Board Member</a:t>
                </a:r>
              </a:p>
            </p:txBody>
          </p:sp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7932916A-02BC-FCE1-45B9-EEF9E57E9280}"/>
                  </a:ext>
                </a:extLst>
              </p:cNvPr>
              <p:cNvSpPr/>
              <p:nvPr/>
            </p:nvSpPr>
            <p:spPr>
              <a:xfrm>
                <a:off x="19182849" y="3521238"/>
                <a:ext cx="3800036" cy="1080000"/>
              </a:xfrm>
              <a:prstGeom prst="roundRect">
                <a:avLst/>
              </a:prstGeom>
              <a:solidFill>
                <a:srgbClr val="255F9C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Dr. Arogyaswami</a:t>
                </a:r>
              </a:p>
              <a:p>
                <a:pPr algn="ctr"/>
                <a:r>
                  <a:rPr lang="en-IN" sz="20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Independent Director</a:t>
                </a:r>
              </a:p>
            </p:txBody>
          </p:sp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A53B179A-6487-2700-81DB-4CC170ECBBC0}"/>
                  </a:ext>
                </a:extLst>
              </p:cNvPr>
              <p:cNvSpPr/>
              <p:nvPr/>
            </p:nvSpPr>
            <p:spPr>
              <a:xfrm>
                <a:off x="14980028" y="3521238"/>
                <a:ext cx="3800036" cy="1080000"/>
              </a:xfrm>
              <a:prstGeom prst="roundRect">
                <a:avLst/>
              </a:prstGeom>
              <a:solidFill>
                <a:srgbClr val="255F9C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Sudhir Rao</a:t>
                </a:r>
              </a:p>
              <a:p>
                <a:pPr algn="ctr"/>
                <a:r>
                  <a:rPr lang="en-IN" sz="20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Advisor to Board </a:t>
                </a:r>
              </a:p>
            </p:txBody>
          </p:sp>
        </p:grp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02C4D109-1F2A-914A-6A8B-41FEE1555751}"/>
              </a:ext>
            </a:extLst>
          </p:cNvPr>
          <p:cNvGrpSpPr/>
          <p:nvPr/>
        </p:nvGrpSpPr>
        <p:grpSpPr>
          <a:xfrm>
            <a:off x="2425148" y="9839741"/>
            <a:ext cx="19401182" cy="3108543"/>
            <a:chOff x="2425148" y="9939131"/>
            <a:chExt cx="19401182" cy="3108543"/>
          </a:xfrm>
        </p:grpSpPr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447E5E00-1216-997A-ADE0-4BAAC6AB83E0}"/>
                </a:ext>
              </a:extLst>
            </p:cNvPr>
            <p:cNvSpPr txBox="1"/>
            <p:nvPr/>
          </p:nvSpPr>
          <p:spPr>
            <a:xfrm>
              <a:off x="2425148" y="9939131"/>
              <a:ext cx="19401182" cy="3108543"/>
            </a:xfrm>
            <a:prstGeom prst="rect">
              <a:avLst/>
            </a:prstGeom>
            <a:solidFill>
              <a:srgbClr val="CEE0EC"/>
            </a:solidFill>
            <a:ln>
              <a:solidFill>
                <a:srgbClr val="255F9C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Operations Team</a:t>
              </a:r>
            </a:p>
            <a:p>
              <a:pPr algn="ctr"/>
              <a:endParaRPr lang="en-IN" sz="2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IN" sz="2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IN" sz="2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IN" sz="2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IN" sz="2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IN" sz="2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" name="object 26">
              <a:extLst>
                <a:ext uri="{FF2B5EF4-FFF2-40B4-BE49-F238E27FC236}">
                  <a16:creationId xmlns:a16="http://schemas.microsoft.com/office/drawing/2014/main" id="{F2BB86A9-D6A4-63C8-BA2A-6597A7FCAAE2}"/>
                </a:ext>
              </a:extLst>
            </p:cNvPr>
            <p:cNvSpPr/>
            <p:nvPr/>
          </p:nvSpPr>
          <p:spPr>
            <a:xfrm>
              <a:off x="3630120" y="11314488"/>
              <a:ext cx="3600000" cy="1440000"/>
            </a:xfrm>
            <a:custGeom>
              <a:avLst/>
              <a:gdLst/>
              <a:ahLst/>
              <a:cxnLst/>
              <a:rect l="l" t="t" r="r" b="b"/>
              <a:pathLst>
                <a:path w="2861945" h="668020">
                  <a:moveTo>
                    <a:pt x="2750544" y="0"/>
                  </a:moveTo>
                  <a:lnTo>
                    <a:pt x="111336" y="0"/>
                  </a:lnTo>
                  <a:lnTo>
                    <a:pt x="68001" y="8748"/>
                  </a:lnTo>
                  <a:lnTo>
                    <a:pt x="32611" y="32607"/>
                  </a:lnTo>
                  <a:lnTo>
                    <a:pt x="8750" y="67997"/>
                  </a:lnTo>
                  <a:lnTo>
                    <a:pt x="0" y="111336"/>
                  </a:lnTo>
                  <a:lnTo>
                    <a:pt x="0" y="556674"/>
                  </a:lnTo>
                  <a:lnTo>
                    <a:pt x="8750" y="600009"/>
                  </a:lnTo>
                  <a:lnTo>
                    <a:pt x="32611" y="635399"/>
                  </a:lnTo>
                  <a:lnTo>
                    <a:pt x="68001" y="659261"/>
                  </a:lnTo>
                  <a:lnTo>
                    <a:pt x="111336" y="668011"/>
                  </a:lnTo>
                  <a:lnTo>
                    <a:pt x="2750544" y="668011"/>
                  </a:lnTo>
                  <a:lnTo>
                    <a:pt x="2793879" y="659261"/>
                  </a:lnTo>
                  <a:lnTo>
                    <a:pt x="2829269" y="635399"/>
                  </a:lnTo>
                  <a:lnTo>
                    <a:pt x="2853131" y="600009"/>
                  </a:lnTo>
                  <a:lnTo>
                    <a:pt x="2861881" y="556674"/>
                  </a:lnTo>
                  <a:lnTo>
                    <a:pt x="2861881" y="111336"/>
                  </a:lnTo>
                  <a:lnTo>
                    <a:pt x="2853131" y="67997"/>
                  </a:lnTo>
                  <a:lnTo>
                    <a:pt x="2829269" y="32607"/>
                  </a:lnTo>
                  <a:lnTo>
                    <a:pt x="2793879" y="8748"/>
                  </a:lnTo>
                  <a:lnTo>
                    <a:pt x="2750544" y="0"/>
                  </a:lnTo>
                  <a:close/>
                </a:path>
              </a:pathLst>
            </a:custGeom>
            <a:solidFill>
              <a:srgbClr val="255F9C"/>
            </a:solidFill>
            <a:ln w="38100">
              <a:solidFill>
                <a:schemeClr val="tx1"/>
              </a:solidFill>
            </a:ln>
          </p:spPr>
          <p:txBody>
            <a:bodyPr wrap="square" lIns="0" tIns="0" rIns="0" bIns="0" rtlCol="0" anchor="ctr"/>
            <a:lstStyle/>
            <a:p>
              <a:pPr algn="ctr">
                <a:spcBef>
                  <a:spcPts val="121"/>
                </a:spcBef>
              </a:pPr>
              <a:r>
                <a:rPr lang="en-IN" sz="28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Support Team</a:t>
              </a:r>
            </a:p>
            <a:p>
              <a:pPr algn="ctr">
                <a:spcBef>
                  <a:spcPts val="121"/>
                </a:spcBef>
              </a:pPr>
              <a:r>
                <a:rPr lang="en-IN" sz="24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(20 Headcounts)</a:t>
              </a:r>
              <a:endParaRPr lang="en-IN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object 26">
              <a:extLst>
                <a:ext uri="{FF2B5EF4-FFF2-40B4-BE49-F238E27FC236}">
                  <a16:creationId xmlns:a16="http://schemas.microsoft.com/office/drawing/2014/main" id="{48130EB6-AC74-F82C-9A36-CA4A45BD5B10}"/>
                </a:ext>
              </a:extLst>
            </p:cNvPr>
            <p:cNvSpPr/>
            <p:nvPr/>
          </p:nvSpPr>
          <p:spPr>
            <a:xfrm>
              <a:off x="7928173" y="11257039"/>
              <a:ext cx="3600000" cy="1440000"/>
            </a:xfrm>
            <a:custGeom>
              <a:avLst/>
              <a:gdLst/>
              <a:ahLst/>
              <a:cxnLst/>
              <a:rect l="l" t="t" r="r" b="b"/>
              <a:pathLst>
                <a:path w="2861945" h="668020">
                  <a:moveTo>
                    <a:pt x="2750544" y="0"/>
                  </a:moveTo>
                  <a:lnTo>
                    <a:pt x="111336" y="0"/>
                  </a:lnTo>
                  <a:lnTo>
                    <a:pt x="68001" y="8748"/>
                  </a:lnTo>
                  <a:lnTo>
                    <a:pt x="32611" y="32607"/>
                  </a:lnTo>
                  <a:lnTo>
                    <a:pt x="8750" y="67997"/>
                  </a:lnTo>
                  <a:lnTo>
                    <a:pt x="0" y="111336"/>
                  </a:lnTo>
                  <a:lnTo>
                    <a:pt x="0" y="556674"/>
                  </a:lnTo>
                  <a:lnTo>
                    <a:pt x="8750" y="600009"/>
                  </a:lnTo>
                  <a:lnTo>
                    <a:pt x="32611" y="635399"/>
                  </a:lnTo>
                  <a:lnTo>
                    <a:pt x="68001" y="659261"/>
                  </a:lnTo>
                  <a:lnTo>
                    <a:pt x="111336" y="668011"/>
                  </a:lnTo>
                  <a:lnTo>
                    <a:pt x="2750544" y="668011"/>
                  </a:lnTo>
                  <a:lnTo>
                    <a:pt x="2793879" y="659261"/>
                  </a:lnTo>
                  <a:lnTo>
                    <a:pt x="2829269" y="635399"/>
                  </a:lnTo>
                  <a:lnTo>
                    <a:pt x="2853131" y="600009"/>
                  </a:lnTo>
                  <a:lnTo>
                    <a:pt x="2861881" y="556674"/>
                  </a:lnTo>
                  <a:lnTo>
                    <a:pt x="2861881" y="111336"/>
                  </a:lnTo>
                  <a:lnTo>
                    <a:pt x="2853131" y="67997"/>
                  </a:lnTo>
                  <a:lnTo>
                    <a:pt x="2829269" y="32607"/>
                  </a:lnTo>
                  <a:lnTo>
                    <a:pt x="2793879" y="8748"/>
                  </a:lnTo>
                  <a:lnTo>
                    <a:pt x="2750544" y="0"/>
                  </a:lnTo>
                  <a:close/>
                </a:path>
              </a:pathLst>
            </a:custGeom>
            <a:solidFill>
              <a:srgbClr val="255F9C"/>
            </a:solidFill>
            <a:ln w="38100">
              <a:solidFill>
                <a:schemeClr val="tx1"/>
              </a:solidFill>
            </a:ln>
          </p:spPr>
          <p:txBody>
            <a:bodyPr wrap="square" lIns="0" tIns="0" rIns="0" bIns="0" rtlCol="0" anchor="ctr"/>
            <a:lstStyle/>
            <a:p>
              <a:pPr algn="ctr">
                <a:spcBef>
                  <a:spcPts val="121"/>
                </a:spcBef>
              </a:pPr>
              <a:r>
                <a:rPr lang="en-IN" sz="28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 Team</a:t>
              </a:r>
            </a:p>
            <a:p>
              <a:pPr algn="ctr">
                <a:spcBef>
                  <a:spcPts val="121"/>
                </a:spcBef>
              </a:pPr>
              <a:r>
                <a:rPr lang="en-IN" sz="28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(India)</a:t>
              </a:r>
            </a:p>
            <a:p>
              <a:pPr algn="ctr">
                <a:spcBef>
                  <a:spcPts val="121"/>
                </a:spcBef>
              </a:pPr>
              <a:r>
                <a:rPr lang="en-IN" sz="24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(123 Headcount)</a:t>
              </a:r>
              <a:endParaRPr lang="en-IN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object 26">
              <a:extLst>
                <a:ext uri="{FF2B5EF4-FFF2-40B4-BE49-F238E27FC236}">
                  <a16:creationId xmlns:a16="http://schemas.microsoft.com/office/drawing/2014/main" id="{3D0D90D6-98D4-48B3-38EB-12B5B46F9410}"/>
                </a:ext>
              </a:extLst>
            </p:cNvPr>
            <p:cNvSpPr/>
            <p:nvPr/>
          </p:nvSpPr>
          <p:spPr>
            <a:xfrm>
              <a:off x="12226226" y="11257039"/>
              <a:ext cx="3600000" cy="1440000"/>
            </a:xfrm>
            <a:custGeom>
              <a:avLst/>
              <a:gdLst/>
              <a:ahLst/>
              <a:cxnLst/>
              <a:rect l="l" t="t" r="r" b="b"/>
              <a:pathLst>
                <a:path w="2861945" h="668020">
                  <a:moveTo>
                    <a:pt x="2750544" y="0"/>
                  </a:moveTo>
                  <a:lnTo>
                    <a:pt x="111336" y="0"/>
                  </a:lnTo>
                  <a:lnTo>
                    <a:pt x="68001" y="8748"/>
                  </a:lnTo>
                  <a:lnTo>
                    <a:pt x="32611" y="32607"/>
                  </a:lnTo>
                  <a:lnTo>
                    <a:pt x="8750" y="67997"/>
                  </a:lnTo>
                  <a:lnTo>
                    <a:pt x="0" y="111336"/>
                  </a:lnTo>
                  <a:lnTo>
                    <a:pt x="0" y="556674"/>
                  </a:lnTo>
                  <a:lnTo>
                    <a:pt x="8750" y="600009"/>
                  </a:lnTo>
                  <a:lnTo>
                    <a:pt x="32611" y="635399"/>
                  </a:lnTo>
                  <a:lnTo>
                    <a:pt x="68001" y="659261"/>
                  </a:lnTo>
                  <a:lnTo>
                    <a:pt x="111336" y="668011"/>
                  </a:lnTo>
                  <a:lnTo>
                    <a:pt x="2750544" y="668011"/>
                  </a:lnTo>
                  <a:lnTo>
                    <a:pt x="2793879" y="659261"/>
                  </a:lnTo>
                  <a:lnTo>
                    <a:pt x="2829269" y="635399"/>
                  </a:lnTo>
                  <a:lnTo>
                    <a:pt x="2853131" y="600009"/>
                  </a:lnTo>
                  <a:lnTo>
                    <a:pt x="2861881" y="556674"/>
                  </a:lnTo>
                  <a:lnTo>
                    <a:pt x="2861881" y="111336"/>
                  </a:lnTo>
                  <a:lnTo>
                    <a:pt x="2853131" y="67997"/>
                  </a:lnTo>
                  <a:lnTo>
                    <a:pt x="2829269" y="32607"/>
                  </a:lnTo>
                  <a:lnTo>
                    <a:pt x="2793879" y="8748"/>
                  </a:lnTo>
                  <a:lnTo>
                    <a:pt x="2750544" y="0"/>
                  </a:lnTo>
                  <a:close/>
                </a:path>
              </a:pathLst>
            </a:custGeom>
            <a:solidFill>
              <a:srgbClr val="255F9C"/>
            </a:solidFill>
            <a:ln w="38100">
              <a:solidFill>
                <a:schemeClr val="tx1"/>
              </a:solidFill>
            </a:ln>
          </p:spPr>
          <p:txBody>
            <a:bodyPr wrap="square" lIns="0" tIns="0" rIns="0" bIns="0" rtlCol="0" anchor="ctr"/>
            <a:lstStyle/>
            <a:p>
              <a:pPr algn="ctr">
                <a:spcBef>
                  <a:spcPts val="121"/>
                </a:spcBef>
              </a:pPr>
              <a:r>
                <a:rPr lang="en-IN" sz="28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 Team</a:t>
              </a:r>
            </a:p>
            <a:p>
              <a:pPr algn="ctr">
                <a:spcBef>
                  <a:spcPts val="121"/>
                </a:spcBef>
              </a:pPr>
              <a:r>
                <a:rPr lang="en-IN" sz="28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(Overseas)</a:t>
              </a:r>
              <a:endParaRPr lang="en-IN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spcBef>
                  <a:spcPts val="121"/>
                </a:spcBef>
              </a:pPr>
              <a:r>
                <a:rPr lang="en-IN" sz="24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(163 Headcounts)</a:t>
              </a:r>
              <a:endParaRPr lang="en-IN" sz="2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object 26">
              <a:extLst>
                <a:ext uri="{FF2B5EF4-FFF2-40B4-BE49-F238E27FC236}">
                  <a16:creationId xmlns:a16="http://schemas.microsoft.com/office/drawing/2014/main" id="{308C7350-D537-1284-37DA-5E8BAD692D69}"/>
                </a:ext>
              </a:extLst>
            </p:cNvPr>
            <p:cNvSpPr/>
            <p:nvPr/>
          </p:nvSpPr>
          <p:spPr>
            <a:xfrm>
              <a:off x="16524280" y="11257039"/>
              <a:ext cx="3600000" cy="1440000"/>
            </a:xfrm>
            <a:custGeom>
              <a:avLst/>
              <a:gdLst/>
              <a:ahLst/>
              <a:cxnLst/>
              <a:rect l="l" t="t" r="r" b="b"/>
              <a:pathLst>
                <a:path w="2861945" h="668020">
                  <a:moveTo>
                    <a:pt x="2750544" y="0"/>
                  </a:moveTo>
                  <a:lnTo>
                    <a:pt x="111336" y="0"/>
                  </a:lnTo>
                  <a:lnTo>
                    <a:pt x="68001" y="8748"/>
                  </a:lnTo>
                  <a:lnTo>
                    <a:pt x="32611" y="32607"/>
                  </a:lnTo>
                  <a:lnTo>
                    <a:pt x="8750" y="67997"/>
                  </a:lnTo>
                  <a:lnTo>
                    <a:pt x="0" y="111336"/>
                  </a:lnTo>
                  <a:lnTo>
                    <a:pt x="0" y="556674"/>
                  </a:lnTo>
                  <a:lnTo>
                    <a:pt x="8750" y="600009"/>
                  </a:lnTo>
                  <a:lnTo>
                    <a:pt x="32611" y="635399"/>
                  </a:lnTo>
                  <a:lnTo>
                    <a:pt x="68001" y="659261"/>
                  </a:lnTo>
                  <a:lnTo>
                    <a:pt x="111336" y="668011"/>
                  </a:lnTo>
                  <a:lnTo>
                    <a:pt x="2750544" y="668011"/>
                  </a:lnTo>
                  <a:lnTo>
                    <a:pt x="2793879" y="659261"/>
                  </a:lnTo>
                  <a:lnTo>
                    <a:pt x="2829269" y="635399"/>
                  </a:lnTo>
                  <a:lnTo>
                    <a:pt x="2853131" y="600009"/>
                  </a:lnTo>
                  <a:lnTo>
                    <a:pt x="2861881" y="556674"/>
                  </a:lnTo>
                  <a:lnTo>
                    <a:pt x="2861881" y="111336"/>
                  </a:lnTo>
                  <a:lnTo>
                    <a:pt x="2853131" y="67997"/>
                  </a:lnTo>
                  <a:lnTo>
                    <a:pt x="2829269" y="32607"/>
                  </a:lnTo>
                  <a:lnTo>
                    <a:pt x="2793879" y="8748"/>
                  </a:lnTo>
                  <a:lnTo>
                    <a:pt x="2750544" y="0"/>
                  </a:lnTo>
                  <a:close/>
                </a:path>
              </a:pathLst>
            </a:custGeom>
            <a:solidFill>
              <a:srgbClr val="255F9C"/>
            </a:solidFill>
            <a:ln w="38100">
              <a:solidFill>
                <a:schemeClr val="tx1"/>
              </a:solidFill>
            </a:ln>
          </p:spPr>
          <p:txBody>
            <a:bodyPr wrap="square" lIns="0" tIns="0" rIns="0" bIns="0" rtlCol="0" anchor="ctr"/>
            <a:lstStyle/>
            <a:p>
              <a:pPr algn="ctr">
                <a:spcBef>
                  <a:spcPts val="121"/>
                </a:spcBef>
              </a:pPr>
              <a:r>
                <a:rPr lang="en-IN" sz="28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Sales Team</a:t>
              </a:r>
            </a:p>
            <a:p>
              <a:pPr algn="ctr">
                <a:spcBef>
                  <a:spcPts val="121"/>
                </a:spcBef>
              </a:pPr>
              <a:r>
                <a:rPr lang="en-IN" sz="24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(14 Headcounts)</a:t>
              </a:r>
              <a:endParaRPr lang="en-IN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CE59C37D-01A6-78D9-FE4E-ED5373B5D0FA}"/>
                </a:ext>
              </a:extLst>
            </p:cNvPr>
            <p:cNvCxnSpPr>
              <a:cxnSpLocks/>
            </p:cNvCxnSpPr>
            <p:nvPr/>
          </p:nvCxnSpPr>
          <p:spPr>
            <a:xfrm>
              <a:off x="5447418" y="10633600"/>
              <a:ext cx="12765121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519ABFD6-774F-2ADA-32ED-EA725E869930}"/>
                </a:ext>
              </a:extLst>
            </p:cNvPr>
            <p:cNvCxnSpPr>
              <a:cxnSpLocks/>
            </p:cNvCxnSpPr>
            <p:nvPr/>
          </p:nvCxnSpPr>
          <p:spPr>
            <a:xfrm>
              <a:off x="5447418" y="10633600"/>
              <a:ext cx="0" cy="68088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4379F081-37EF-35EC-1A32-CFD8D20D3D52}"/>
                </a:ext>
              </a:extLst>
            </p:cNvPr>
            <p:cNvCxnSpPr>
              <a:cxnSpLocks/>
            </p:cNvCxnSpPr>
            <p:nvPr/>
          </p:nvCxnSpPr>
          <p:spPr>
            <a:xfrm>
              <a:off x="9682898" y="10633600"/>
              <a:ext cx="0" cy="62343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DF1EE440-11E7-F347-5C4D-D69FB34A0F97}"/>
                </a:ext>
              </a:extLst>
            </p:cNvPr>
            <p:cNvCxnSpPr>
              <a:cxnSpLocks/>
            </p:cNvCxnSpPr>
            <p:nvPr/>
          </p:nvCxnSpPr>
          <p:spPr>
            <a:xfrm>
              <a:off x="13777223" y="10633600"/>
              <a:ext cx="0" cy="55329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5EFEF150-209A-DCE1-DF29-669236ABEAB4}"/>
                </a:ext>
              </a:extLst>
            </p:cNvPr>
            <p:cNvCxnSpPr>
              <a:cxnSpLocks/>
            </p:cNvCxnSpPr>
            <p:nvPr/>
          </p:nvCxnSpPr>
          <p:spPr>
            <a:xfrm>
              <a:off x="18212539" y="10633600"/>
              <a:ext cx="0" cy="62343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6" name="TextBox 175">
            <a:extLst>
              <a:ext uri="{FF2B5EF4-FFF2-40B4-BE49-F238E27FC236}">
                <a16:creationId xmlns:a16="http://schemas.microsoft.com/office/drawing/2014/main" id="{08B13F0E-3D60-CDD2-775C-70D8FE5C9809}"/>
              </a:ext>
            </a:extLst>
          </p:cNvPr>
          <p:cNvSpPr txBox="1"/>
          <p:nvPr/>
        </p:nvSpPr>
        <p:spPr>
          <a:xfrm>
            <a:off x="3607449" y="4999435"/>
            <a:ext cx="16860233" cy="45243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rgbClr val="33339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Functional Leadership</a:t>
            </a:r>
          </a:p>
          <a:p>
            <a:pPr algn="ctr"/>
            <a:endParaRPr lang="en-US" sz="3600" b="1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algn="ctr"/>
            <a:endParaRPr lang="en-US" sz="3600" b="1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algn="ctr"/>
            <a:endParaRPr lang="en-US" sz="3600" b="1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algn="ctr"/>
            <a:endParaRPr lang="en-US" sz="3600" b="1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algn="ctr"/>
            <a:endParaRPr lang="en-US" sz="3600" b="1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algn="ctr"/>
            <a:endParaRPr lang="en-US" sz="3600" b="1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algn="ctr"/>
            <a:endParaRPr lang="en-US" sz="3600" b="1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cxnSp>
        <p:nvCxnSpPr>
          <p:cNvPr id="139" name="Connector: Elbow 138">
            <a:extLst>
              <a:ext uri="{FF2B5EF4-FFF2-40B4-BE49-F238E27FC236}">
                <a16:creationId xmlns:a16="http://schemas.microsoft.com/office/drawing/2014/main" id="{16E43F96-3424-4631-D7E9-2F0D9CA453F8}"/>
              </a:ext>
            </a:extLst>
          </p:cNvPr>
          <p:cNvCxnSpPr>
            <a:cxnSpLocks/>
          </p:cNvCxnSpPr>
          <p:nvPr/>
        </p:nvCxnSpPr>
        <p:spPr>
          <a:xfrm>
            <a:off x="11897078" y="7348806"/>
            <a:ext cx="4579711" cy="548547"/>
          </a:xfrm>
          <a:prstGeom prst="bentConnector3">
            <a:avLst>
              <a:gd name="adj1" fmla="val 99703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ACDE9CFF-39C4-32B4-7458-F8F2EA984F5E}"/>
              </a:ext>
            </a:extLst>
          </p:cNvPr>
          <p:cNvGrpSpPr/>
          <p:nvPr/>
        </p:nvGrpSpPr>
        <p:grpSpPr>
          <a:xfrm>
            <a:off x="5606108" y="7881875"/>
            <a:ext cx="12542185" cy="1100649"/>
            <a:chOff x="5897763" y="7365037"/>
            <a:chExt cx="12542185" cy="1100649"/>
          </a:xfrm>
        </p:grpSpPr>
        <p:sp>
          <p:nvSpPr>
            <p:cNvPr id="93" name="object 26">
              <a:extLst>
                <a:ext uri="{FF2B5EF4-FFF2-40B4-BE49-F238E27FC236}">
                  <a16:creationId xmlns:a16="http://schemas.microsoft.com/office/drawing/2014/main" id="{3AD6E13E-1D3A-5F3E-A798-5F78B29458E9}"/>
                </a:ext>
              </a:extLst>
            </p:cNvPr>
            <p:cNvSpPr/>
            <p:nvPr/>
          </p:nvSpPr>
          <p:spPr>
            <a:xfrm>
              <a:off x="5897763" y="7365037"/>
              <a:ext cx="3600000" cy="1080000"/>
            </a:xfrm>
            <a:custGeom>
              <a:avLst/>
              <a:gdLst/>
              <a:ahLst/>
              <a:cxnLst/>
              <a:rect l="l" t="t" r="r" b="b"/>
              <a:pathLst>
                <a:path w="2861945" h="668020">
                  <a:moveTo>
                    <a:pt x="2750544" y="0"/>
                  </a:moveTo>
                  <a:lnTo>
                    <a:pt x="111336" y="0"/>
                  </a:lnTo>
                  <a:lnTo>
                    <a:pt x="68001" y="8748"/>
                  </a:lnTo>
                  <a:lnTo>
                    <a:pt x="32611" y="32607"/>
                  </a:lnTo>
                  <a:lnTo>
                    <a:pt x="8750" y="67997"/>
                  </a:lnTo>
                  <a:lnTo>
                    <a:pt x="0" y="111336"/>
                  </a:lnTo>
                  <a:lnTo>
                    <a:pt x="0" y="556674"/>
                  </a:lnTo>
                  <a:lnTo>
                    <a:pt x="8750" y="600009"/>
                  </a:lnTo>
                  <a:lnTo>
                    <a:pt x="32611" y="635399"/>
                  </a:lnTo>
                  <a:lnTo>
                    <a:pt x="68001" y="659261"/>
                  </a:lnTo>
                  <a:lnTo>
                    <a:pt x="111336" y="668011"/>
                  </a:lnTo>
                  <a:lnTo>
                    <a:pt x="2750544" y="668011"/>
                  </a:lnTo>
                  <a:lnTo>
                    <a:pt x="2793879" y="659261"/>
                  </a:lnTo>
                  <a:lnTo>
                    <a:pt x="2829269" y="635399"/>
                  </a:lnTo>
                  <a:lnTo>
                    <a:pt x="2853131" y="600009"/>
                  </a:lnTo>
                  <a:lnTo>
                    <a:pt x="2861881" y="556674"/>
                  </a:lnTo>
                  <a:lnTo>
                    <a:pt x="2861881" y="111336"/>
                  </a:lnTo>
                  <a:lnTo>
                    <a:pt x="2853131" y="67997"/>
                  </a:lnTo>
                  <a:lnTo>
                    <a:pt x="2829269" y="32607"/>
                  </a:lnTo>
                  <a:lnTo>
                    <a:pt x="2793879" y="8748"/>
                  </a:lnTo>
                  <a:lnTo>
                    <a:pt x="2750544" y="0"/>
                  </a:lnTo>
                  <a:close/>
                </a:path>
              </a:pathLst>
            </a:custGeom>
            <a:solidFill>
              <a:srgbClr val="255F9C"/>
            </a:solidFill>
            <a:ln w="38100">
              <a:noFill/>
            </a:ln>
          </p:spPr>
          <p:txBody>
            <a:bodyPr wrap="square" lIns="0" tIns="0" rIns="0" bIns="0" rtlCol="0" anchor="ctr"/>
            <a:lstStyle/>
            <a:p>
              <a:pPr algn="ctr">
                <a:spcBef>
                  <a:spcPts val="121"/>
                </a:spcBef>
              </a:pPr>
              <a:r>
                <a:rPr lang="en-IN" sz="28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Shivashankar M</a:t>
              </a:r>
              <a:endParaRPr lang="en-IN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IN" sz="2400" spc="-6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CFO</a:t>
              </a:r>
              <a:endParaRPr lang="en-IN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object 34">
              <a:extLst>
                <a:ext uri="{FF2B5EF4-FFF2-40B4-BE49-F238E27FC236}">
                  <a16:creationId xmlns:a16="http://schemas.microsoft.com/office/drawing/2014/main" id="{4D98D57A-07ED-75A4-892E-0BD37E5ABFB3}"/>
                </a:ext>
              </a:extLst>
            </p:cNvPr>
            <p:cNvSpPr/>
            <p:nvPr/>
          </p:nvSpPr>
          <p:spPr>
            <a:xfrm>
              <a:off x="14839948" y="7385686"/>
              <a:ext cx="3600000" cy="1080000"/>
            </a:xfrm>
            <a:custGeom>
              <a:avLst/>
              <a:gdLst/>
              <a:ahLst/>
              <a:cxnLst/>
              <a:rect l="l" t="t" r="r" b="b"/>
              <a:pathLst>
                <a:path w="2861945" h="668020">
                  <a:moveTo>
                    <a:pt x="2750544" y="0"/>
                  </a:moveTo>
                  <a:lnTo>
                    <a:pt x="111336" y="0"/>
                  </a:lnTo>
                  <a:lnTo>
                    <a:pt x="68001" y="8748"/>
                  </a:lnTo>
                  <a:lnTo>
                    <a:pt x="32611" y="32607"/>
                  </a:lnTo>
                  <a:lnTo>
                    <a:pt x="8750" y="67997"/>
                  </a:lnTo>
                  <a:lnTo>
                    <a:pt x="0" y="111336"/>
                  </a:lnTo>
                  <a:lnTo>
                    <a:pt x="0" y="556674"/>
                  </a:lnTo>
                  <a:lnTo>
                    <a:pt x="8750" y="600009"/>
                  </a:lnTo>
                  <a:lnTo>
                    <a:pt x="32611" y="635399"/>
                  </a:lnTo>
                  <a:lnTo>
                    <a:pt x="68001" y="659261"/>
                  </a:lnTo>
                  <a:lnTo>
                    <a:pt x="111336" y="668011"/>
                  </a:lnTo>
                  <a:lnTo>
                    <a:pt x="2750544" y="668011"/>
                  </a:lnTo>
                  <a:lnTo>
                    <a:pt x="2793879" y="659261"/>
                  </a:lnTo>
                  <a:lnTo>
                    <a:pt x="2829269" y="635399"/>
                  </a:lnTo>
                  <a:lnTo>
                    <a:pt x="2853131" y="600009"/>
                  </a:lnTo>
                  <a:lnTo>
                    <a:pt x="2861881" y="556674"/>
                  </a:lnTo>
                  <a:lnTo>
                    <a:pt x="2861881" y="111336"/>
                  </a:lnTo>
                  <a:lnTo>
                    <a:pt x="2853131" y="67997"/>
                  </a:lnTo>
                  <a:lnTo>
                    <a:pt x="2829269" y="32607"/>
                  </a:lnTo>
                  <a:lnTo>
                    <a:pt x="2793879" y="8748"/>
                  </a:lnTo>
                  <a:lnTo>
                    <a:pt x="2750544" y="0"/>
                  </a:lnTo>
                  <a:close/>
                </a:path>
              </a:pathLst>
            </a:custGeom>
            <a:solidFill>
              <a:srgbClr val="255F9C"/>
            </a:solidFill>
          </p:spPr>
          <p:txBody>
            <a:bodyPr wrap="square" lIns="0" tIns="0" rIns="0" bIns="0" rtlCol="0" anchor="ctr"/>
            <a:lstStyle/>
            <a:p>
              <a:pPr algn="ctr">
                <a:spcBef>
                  <a:spcPts val="121"/>
                </a:spcBef>
              </a:pPr>
              <a:r>
                <a:rPr lang="en-IN" sz="28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Sanjay Sahni</a:t>
              </a:r>
              <a:endParaRPr lang="en-IN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IN" sz="2400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Sr VP - Sales</a:t>
              </a:r>
              <a:endParaRPr lang="en-IN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object 26">
              <a:extLst>
                <a:ext uri="{FF2B5EF4-FFF2-40B4-BE49-F238E27FC236}">
                  <a16:creationId xmlns:a16="http://schemas.microsoft.com/office/drawing/2014/main" id="{AA385D20-A521-1FAF-7FB0-54B6CDAE91B1}"/>
                </a:ext>
              </a:extLst>
            </p:cNvPr>
            <p:cNvSpPr/>
            <p:nvPr/>
          </p:nvSpPr>
          <p:spPr>
            <a:xfrm>
              <a:off x="10260237" y="7385686"/>
              <a:ext cx="3600000" cy="1080000"/>
            </a:xfrm>
            <a:custGeom>
              <a:avLst/>
              <a:gdLst/>
              <a:ahLst/>
              <a:cxnLst/>
              <a:rect l="l" t="t" r="r" b="b"/>
              <a:pathLst>
                <a:path w="2861945" h="668020">
                  <a:moveTo>
                    <a:pt x="2750544" y="0"/>
                  </a:moveTo>
                  <a:lnTo>
                    <a:pt x="111336" y="0"/>
                  </a:lnTo>
                  <a:lnTo>
                    <a:pt x="68001" y="8748"/>
                  </a:lnTo>
                  <a:lnTo>
                    <a:pt x="32611" y="32607"/>
                  </a:lnTo>
                  <a:lnTo>
                    <a:pt x="8750" y="67997"/>
                  </a:lnTo>
                  <a:lnTo>
                    <a:pt x="0" y="111336"/>
                  </a:lnTo>
                  <a:lnTo>
                    <a:pt x="0" y="556674"/>
                  </a:lnTo>
                  <a:lnTo>
                    <a:pt x="8750" y="600009"/>
                  </a:lnTo>
                  <a:lnTo>
                    <a:pt x="32611" y="635399"/>
                  </a:lnTo>
                  <a:lnTo>
                    <a:pt x="68001" y="659261"/>
                  </a:lnTo>
                  <a:lnTo>
                    <a:pt x="111336" y="668011"/>
                  </a:lnTo>
                  <a:lnTo>
                    <a:pt x="2750544" y="668011"/>
                  </a:lnTo>
                  <a:lnTo>
                    <a:pt x="2793879" y="659261"/>
                  </a:lnTo>
                  <a:lnTo>
                    <a:pt x="2829269" y="635399"/>
                  </a:lnTo>
                  <a:lnTo>
                    <a:pt x="2853131" y="600009"/>
                  </a:lnTo>
                  <a:lnTo>
                    <a:pt x="2861881" y="556674"/>
                  </a:lnTo>
                  <a:lnTo>
                    <a:pt x="2861881" y="111336"/>
                  </a:lnTo>
                  <a:lnTo>
                    <a:pt x="2853131" y="67997"/>
                  </a:lnTo>
                  <a:lnTo>
                    <a:pt x="2829269" y="32607"/>
                  </a:lnTo>
                  <a:lnTo>
                    <a:pt x="2793879" y="8748"/>
                  </a:lnTo>
                  <a:lnTo>
                    <a:pt x="2750544" y="0"/>
                  </a:lnTo>
                  <a:close/>
                </a:path>
              </a:pathLst>
            </a:custGeom>
            <a:solidFill>
              <a:srgbClr val="255F9C"/>
            </a:solidFill>
          </p:spPr>
          <p:txBody>
            <a:bodyPr wrap="square" lIns="0" tIns="0" rIns="0" bIns="0" rtlCol="0" anchor="ctr"/>
            <a:lstStyle/>
            <a:p>
              <a:pPr marL="770" algn="ctr">
                <a:spcBef>
                  <a:spcPts val="121"/>
                </a:spcBef>
              </a:pPr>
              <a:r>
                <a:rPr lang="en-US" sz="2800" b="1" spc="-55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KALYAN</a:t>
              </a:r>
              <a:endParaRPr 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2400" spc="30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Sr. VP – Ops &amp; Products</a:t>
              </a:r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4B2489E8-B21C-8EF7-8752-77D741B970C2}"/>
              </a:ext>
            </a:extLst>
          </p:cNvPr>
          <p:cNvCxnSpPr>
            <a:cxnSpLocks/>
          </p:cNvCxnSpPr>
          <p:nvPr/>
        </p:nvCxnSpPr>
        <p:spPr>
          <a:xfrm>
            <a:off x="11897078" y="6795511"/>
            <a:ext cx="0" cy="110659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C59FD5D1-5F68-FBBC-C960-3EDE5990D2C1}"/>
              </a:ext>
            </a:extLst>
          </p:cNvPr>
          <p:cNvCxnSpPr/>
          <p:nvPr/>
        </p:nvCxnSpPr>
        <p:spPr>
          <a:xfrm rot="10800000" flipV="1">
            <a:off x="7407937" y="7356582"/>
            <a:ext cx="4579710" cy="545942"/>
          </a:xfrm>
          <a:prstGeom prst="bentConnector3">
            <a:avLst>
              <a:gd name="adj1" fmla="val 99703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8" name="object 15">
            <a:extLst>
              <a:ext uri="{FF2B5EF4-FFF2-40B4-BE49-F238E27FC236}">
                <a16:creationId xmlns:a16="http://schemas.microsoft.com/office/drawing/2014/main" id="{ACC65E18-105C-0BE4-7EFC-F57EA1BC7D28}"/>
              </a:ext>
            </a:extLst>
          </p:cNvPr>
          <p:cNvSpPr/>
          <p:nvPr/>
        </p:nvSpPr>
        <p:spPr>
          <a:xfrm>
            <a:off x="9207937" y="5855080"/>
            <a:ext cx="5338527" cy="1080000"/>
          </a:xfrm>
          <a:custGeom>
            <a:avLst/>
            <a:gdLst/>
            <a:ahLst/>
            <a:cxnLst/>
            <a:rect l="l" t="t" r="r" b="b"/>
            <a:pathLst>
              <a:path w="3820795" h="668020">
                <a:moveTo>
                  <a:pt x="3709332" y="0"/>
                </a:moveTo>
                <a:lnTo>
                  <a:pt x="111336" y="0"/>
                </a:lnTo>
                <a:lnTo>
                  <a:pt x="67997" y="8750"/>
                </a:lnTo>
                <a:lnTo>
                  <a:pt x="32607" y="32611"/>
                </a:lnTo>
                <a:lnTo>
                  <a:pt x="8748" y="68001"/>
                </a:lnTo>
                <a:lnTo>
                  <a:pt x="0" y="111336"/>
                </a:lnTo>
                <a:lnTo>
                  <a:pt x="0" y="556674"/>
                </a:lnTo>
                <a:lnTo>
                  <a:pt x="8748" y="600013"/>
                </a:lnTo>
                <a:lnTo>
                  <a:pt x="32607" y="635403"/>
                </a:lnTo>
                <a:lnTo>
                  <a:pt x="67997" y="659262"/>
                </a:lnTo>
                <a:lnTo>
                  <a:pt x="111336" y="668011"/>
                </a:lnTo>
                <a:lnTo>
                  <a:pt x="3709332" y="668011"/>
                </a:lnTo>
                <a:lnTo>
                  <a:pt x="3752667" y="659262"/>
                </a:lnTo>
                <a:lnTo>
                  <a:pt x="3788057" y="635403"/>
                </a:lnTo>
                <a:lnTo>
                  <a:pt x="3811918" y="600013"/>
                </a:lnTo>
                <a:lnTo>
                  <a:pt x="3820669" y="556674"/>
                </a:lnTo>
                <a:lnTo>
                  <a:pt x="3820669" y="111336"/>
                </a:lnTo>
                <a:lnTo>
                  <a:pt x="3811918" y="68001"/>
                </a:lnTo>
                <a:lnTo>
                  <a:pt x="3788057" y="32611"/>
                </a:lnTo>
                <a:lnTo>
                  <a:pt x="3752667" y="8750"/>
                </a:lnTo>
                <a:lnTo>
                  <a:pt x="3709332" y="0"/>
                </a:lnTo>
                <a:close/>
              </a:path>
            </a:pathLst>
          </a:custGeom>
          <a:solidFill>
            <a:srgbClr val="255F9C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121"/>
              </a:spcBef>
            </a:pPr>
            <a:r>
              <a:rPr lang="en-IN" sz="3200" b="1" spc="24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Ponnanna</a:t>
            </a:r>
            <a:r>
              <a:rPr lang="en-IN" sz="3200" b="1" spc="-79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200" b="1" spc="-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Uthappa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70" algn="ctr"/>
            <a:r>
              <a:rPr lang="en-IN" sz="3200" spc="-6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CEO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480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3618</TotalTime>
  <Words>91</Words>
  <Application>Microsoft Office PowerPoint</Application>
  <PresentationFormat>Custom</PresentationFormat>
  <Paragraphs>49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Century Gothic</vt:lpstr>
      <vt:lpstr>Georgia</vt:lpstr>
      <vt:lpstr>Palatino Linotype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Prince Kamalesan</dc:creator>
  <cp:lastModifiedBy>Shradha Agarwal</cp:lastModifiedBy>
  <cp:revision>168</cp:revision>
  <dcterms:created xsi:type="dcterms:W3CDTF">2024-11-19T08:00:33Z</dcterms:created>
  <dcterms:modified xsi:type="dcterms:W3CDTF">2025-09-02T07:07:53Z</dcterms:modified>
</cp:coreProperties>
</file>